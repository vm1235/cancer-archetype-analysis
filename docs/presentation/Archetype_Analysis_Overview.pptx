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Archetype Analysis of Cancer Cell Line Transcriptomes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Reproducing Groves et al. (Cell Systems, 2022) and extending the analysis to breast cancer, GBM, and EMT gene-restricted archetypes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archetypes, and what did Groves et al. try to do?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archetype?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 lines are points in high-dimensional gene expression space, compressed with PCA into a handful of principal components (PCs)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cells face trade-offs between conflicting tasks (e.g. proliferate fast vs. migrate fast), the population is predicted to form a polytope (triangle, tetrahedron, etc.) in PC space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corners ("archetypes") are pure task-specialists; every other cell line is a weighted mixture of the corner strategies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Archetypal analysis (PCHA) fits this polytope and returns each cell line's distance-to-vertex and mixture weights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6364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did Groves et al. (Cell Systems, 2022) do?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63640" y="141732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Applied Pareto Task Inference / archetypal analysis to 120 human SCLC cell lines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Tested whether the fitted polytope is statistically real using a t-ratio permutation test (real polytope volume vs. shuffled-data nulls)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a significant 5-archetype polytope, and showed each of the five known SCLC transcriptional subtypes (A, A2, N, P, Y) enriches specifically near one archetype vertex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Established archetypes as task-specialists linked to known cancer subtypes and phenotypic plasticity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SCLC — archetype fit (Panel A) and subtype enrichment (Panel B)</a:t>
            </a:r>
            <a:endParaRPr lang="en-US" sz="1800" dirty="0"/>
          </a:p>
        </p:txBody>
      </p:sp>
      <p:pic>
        <p:nvPicPr>
          <p:cNvPr id="3" name="Image 0" descr="images/Figure_1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868680"/>
            <a:ext cx="5440680" cy="3246120"/>
          </a:xfrm>
          <a:prstGeom prst="rect">
            <a:avLst/>
          </a:prstGeom>
        </p:spPr>
      </p:pic>
      <p:pic>
        <p:nvPicPr>
          <p:cNvPr id="4" name="Image 1" descr="images/Figure_1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868680"/>
            <a:ext cx="5440680" cy="32461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" y="4251960"/>
            <a:ext cx="5440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ESV elbow suggests k=5 archetypes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t-ratio permutation test: polytope is statistically significant at k=5 (p=0.02) and even more so at k=6 (p&lt;0.001)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vertices map onto the known SCLC subtypes: SCLC-N, -A2, -A, -Y, -P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309360" y="4251960"/>
            <a:ext cx="5440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of the five known SCLC subtypes enriches significantly near one distinct archetype vertex (bin 0)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SCLC-P and SCLC-Y show especially sharp, single-vertex peaks (fold enrichment ~10)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Confirms archetypes correspond to real, independently-labeled transcriptional subtypes, not just a PCA artifact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Breast Cancer — archetype fit (Panel A) and PAM50 enrichment (Panel B)</a:t>
            </a:r>
            <a:endParaRPr lang="en-US" sz="1800" dirty="0"/>
          </a:p>
        </p:txBody>
      </p:sp>
      <p:pic>
        <p:nvPicPr>
          <p:cNvPr id="3" name="Image 0" descr="images/Figure_1A_brea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868680"/>
            <a:ext cx="5440680" cy="3246120"/>
          </a:xfrm>
          <a:prstGeom prst="rect">
            <a:avLst/>
          </a:prstGeom>
        </p:spPr>
      </p:pic>
      <p:pic>
        <p:nvPicPr>
          <p:cNvPr id="4" name="Image 1" descr="images/Figure_1B_brea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868680"/>
            <a:ext cx="5440680" cy="32461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" y="4251960"/>
            <a:ext cx="5440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ESV elbow suggests k=4 archetypes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t-ratio permutation test: NOT significant at any k tested (k=3 p=0.44, k=4 p=0.08, k=5 p=0.12, k=6 p=0.15, k=7 p=0.32)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k=4 is only the elbow-selected choice — the polytope itself is not statistically confirmed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309360" y="4251960"/>
            <a:ext cx="5440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PAM50 subtypes (LumA/Normal removed) show partial, not fully clean, enrichment patterns across the 4 archetypes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LumB and Her2 peak near Archetype 3; Basal peaks near Archetypes 1/2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Weaker and less clean than SCLC, consistent with the non-significant Panel A polytope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GBM — archetype fit (Panel A) and Verhaak marker enrichment (Panel B)</a:t>
            </a:r>
            <a:endParaRPr lang="en-US" sz="1800" dirty="0"/>
          </a:p>
        </p:txBody>
      </p:sp>
      <p:pic>
        <p:nvPicPr>
          <p:cNvPr id="3" name="Image 0" descr="images/Figure_1A_gb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868680"/>
            <a:ext cx="5440680" cy="3246120"/>
          </a:xfrm>
          <a:prstGeom prst="rect">
            <a:avLst/>
          </a:prstGeom>
        </p:spPr>
      </p:pic>
      <p:pic>
        <p:nvPicPr>
          <p:cNvPr id="4" name="Image 1" descr="images/Figure_1B_gb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868680"/>
            <a:ext cx="5440680" cy="32461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" y="4251960"/>
            <a:ext cx="5440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ESV elbow suggests k=7 archetypes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t-ratio permutation test: NOT significant at any k tested (best p=0.07 at k=7)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Weakest polytope evidence of all three cancer types analyzed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309360" y="4251960"/>
            <a:ext cx="5440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Verhaak-style Classical / Mesenchymal / Proneural marker scores tested across the 7 archetypes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archetype shows a clean, consistent single-vertex enrichment peak for any of the three programs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Consistent with the non-significant Panel A polytope — no confirmed "Proneural" or "Mesenchymal" vertex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Breast, EMT gene-restricted (Tan et al. 2014 KS signature) — Panel A and B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11480" y="868680"/>
            <a:ext cx="5440680" cy="32461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68680"/>
            <a:ext cx="54406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 A image missing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please re-upload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08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Figure_1A_breast_ks_genelist_extendedk.png</a:t>
            </a:r>
            <a:endParaRPr lang="en-US" sz="1200" dirty="0"/>
          </a:p>
        </p:txBody>
      </p:sp>
      <p:pic>
        <p:nvPicPr>
          <p:cNvPr id="5" name="Image 0" descr="images/Figure_1B_breast_ks_gene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68680"/>
            <a:ext cx="5440680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4251960"/>
            <a:ext cx="5440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 A image (Figure_1A_breast_ks_genelist_extendedk.png) was not received in this upload — to be added once re-sent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the run log: ESV elbow at k=3; t-ratio SIGNIFICANT at k=3 (p=0.02), k=4 (p=0.02), and k=5 (p&lt;0.002)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Restricting the matrix to the Tan et al. 2014 EMT gene signature gives a statistically significant polytope — unlike the full-transcriptome breast fit (Slide 4)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09360" y="4251960"/>
            <a:ext cx="5440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PAM50 enrichment on the EMT-restricted, k=3/4 archetypes (LumA/Normal removed)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LumB and Her2 both peak near Archetype 3; Basal peaks near Archetypes 1/2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Cleaner, more significant polytope than the full-transcriptome breast run — EMT genes alone capture real archetype structure in breast cancer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next?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1 — Follow what Groves et al. did next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Groves et al. (Cell Systems, 2022) established the 5-archetype SCLC polytope and subtype enrichment shown on Slide 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Follow-up (Groves et al., Cancers 2023): examined how EMT-related genes specifically relate to the SCLC archetypes/subtypes — the closest direct precedent for our KS-epi/KS-mes question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recent follow-up (Lopez, Tyson &amp; Hong, Cell Communication and Signaling 2025): extended archetype analysis of SCLC to single-cell data, added a "Generalist" cell category (cells not close to any archetype vertex), and used cell-cell communication modeling to ask how hybrid/mesenchymal states are actively maintained — a mechanistic follow-up to the statistical question we are asking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63640" y="1005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2 — Hybrid EMT scoring (Lopez, Tyson &amp; Hong, 2025)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63640" y="160020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Instead of George et al. 2017's 2-gene ordinal logistic model (CLDN7 + VIM/CDH1), this paper scores E/M status per sample using ssGSEA (single-sample Gene Set Enrichment Analysis) against a broader EMT gene set, plus non-negative PCA (nnPCA) as an alternate scoring method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gene-set-based score, rather than a fixed 2-gene formula — potentially more robust across tissues (e.g. avoids the CDH1-floor problem seen in GBM)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step: re-score breast/GBM cell lines with ssGSEA/nnPCA instead of the George et al. model, and re-run the KS-epi/KS-mes generalist-score test to check whether findings are robust to the scoring method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2026-08-20T06:03:31Z</dcterms:created>
  <dcterms:modified xsi:type="dcterms:W3CDTF">2026-08-20T06:03:31Z</dcterms:modified>
</cp:coreProperties>
</file>